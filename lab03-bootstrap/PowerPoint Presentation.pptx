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23CBB7-E85A-F8F7-7E32-1DF2ACFE1F30}" v="2" dt="2026-01-24T03:41:14.96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MANTH RAJ VARDHAN - 230905538 - MITMPL" userId="S::hemanth1.mitmpl2023@learner.manipal.edu::27c827b0-f379-415b-8340-4f944e00c213" providerId="AD" clId="Web-{EE23CBB7-E85A-F8F7-7E32-1DF2ACFE1F30}"/>
    <pc:docChg chg="modSld">
      <pc:chgData name="HEMANTH RAJ VARDHAN - 230905538 - MITMPL" userId="S::hemanth1.mitmpl2023@learner.manipal.edu::27c827b0-f379-415b-8340-4f944e00c213" providerId="AD" clId="Web-{EE23CBB7-E85A-F8F7-7E32-1DF2ACFE1F30}" dt="2026-01-24T03:41:14.969" v="1" actId="1076"/>
      <pc:docMkLst>
        <pc:docMk/>
      </pc:docMkLst>
      <pc:sldChg chg="modSp">
        <pc:chgData name="HEMANTH RAJ VARDHAN - 230905538 - MITMPL" userId="S::hemanth1.mitmpl2023@learner.manipal.edu::27c827b0-f379-415b-8340-4f944e00c213" providerId="AD" clId="Web-{EE23CBB7-E85A-F8F7-7E32-1DF2ACFE1F30}" dt="2026-01-24T03:41:14.969" v="1" actId="1076"/>
        <pc:sldMkLst>
          <pc:docMk/>
          <pc:sldMk cId="0" sldId="256"/>
        </pc:sldMkLst>
        <pc:picChg chg="mod">
          <ac:chgData name="HEMANTH RAJ VARDHAN - 230905538 - MITMPL" userId="S::hemanth1.mitmpl2023@learner.manipal.edu::27c827b0-f379-415b-8340-4f944e00c213" providerId="AD" clId="Web-{EE23CBB7-E85A-F8F7-7E32-1DF2ACFE1F30}" dt="2026-01-24T03:41:14.969" v="1" actId="1076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7200" y="205740"/>
            <a:ext cx="822960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85750"/>
            <a:ext cx="914399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7" y="787502"/>
            <a:ext cx="9054084" cy="37098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72" y="448166"/>
            <a:ext cx="9109546" cy="42678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7655"/>
            <a:ext cx="9076115" cy="3028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41338"/>
            <a:ext cx="9143999" cy="4086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28489"/>
            <a:ext cx="9144000" cy="4815205"/>
            <a:chOff x="0" y="328489"/>
            <a:chExt cx="9144000" cy="48152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28489"/>
              <a:ext cx="9143999" cy="313640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441953"/>
              <a:ext cx="9143999" cy="170154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01" y="351906"/>
            <a:ext cx="9112598" cy="456527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91" y="411459"/>
            <a:ext cx="8983035" cy="43020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737" y="0"/>
            <a:ext cx="8764524" cy="51434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1254"/>
            <a:ext cx="9143999" cy="4903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0AB2BC5732E498C82E0889B56EE47" ma:contentTypeVersion="3" ma:contentTypeDescription="Create a new document." ma:contentTypeScope="" ma:versionID="5892355f9cb8f4d06364f44765d348e8">
  <xsd:schema xmlns:xsd="http://www.w3.org/2001/XMLSchema" xmlns:xs="http://www.w3.org/2001/XMLSchema" xmlns:p="http://schemas.microsoft.com/office/2006/metadata/properties" xmlns:ns2="edc90921-6836-4a7a-a96f-40c69ed4e8a8" targetNamespace="http://schemas.microsoft.com/office/2006/metadata/properties" ma:root="true" ma:fieldsID="c6d809e1cabde9448b78a3f00d14449d" ns2:_="">
    <xsd:import namespace="edc90921-6836-4a7a-a96f-40c69ed4e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90921-6836-4a7a-a96f-40c69ed4e8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210D5C1-DCBB-43CE-8FD6-55391039C34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253F22-03CF-4610-A364-D4E1988618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90921-6836-4a7a-a96f-40c69ed4e8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F05F9A-ADC6-49F3-9F08-17A90776C41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(16:9)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created xsi:type="dcterms:W3CDTF">2026-01-21T07:00:17Z</dcterms:created>
  <dcterms:modified xsi:type="dcterms:W3CDTF">2026-01-24T03:41:23Z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2026-01-21T00:00:00Z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2026-01-21T00:00:00Z</vt:filetime>
  </property>
  <property fmtid="{D5CDD505-2E9C-101B-9397-08002B2CF9AE}" pid="6" name="ContentTypeId">
    <vt:lpwstr>0x010100AAE0AB2BC5732E498C82E0889B56EE47</vt:lpwstr>
  </property>
</Properties>
</file>